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093A72-E7A5-4F37-A4F6-3CC9486DC887}" v="258" dt="2026-06-02T14:24:41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yata Sahu" userId="524cebb9e5fc3333" providerId="Windows Live" clId="Web-{8B093A72-E7A5-4F37-A4F6-3CC9486DC887}"/>
    <pc:docChg chg="mod addSld delSld modSld addMainMaster delMainMaster">
      <pc:chgData name="Yogyata Sahu" userId="524cebb9e5fc3333" providerId="Windows Live" clId="Web-{8B093A72-E7A5-4F37-A4F6-3CC9486DC887}" dt="2026-06-02T14:24:41.123" v="259" actId="20577"/>
      <pc:docMkLst>
        <pc:docMk/>
      </pc:docMkLst>
      <pc:sldChg chg="addSp delSp modSp mod modClrScheme chgLayout">
        <pc:chgData name="Yogyata Sahu" userId="524cebb9e5fc3333" providerId="Windows Live" clId="Web-{8B093A72-E7A5-4F37-A4F6-3CC9486DC887}" dt="2026-06-02T14:21:03.214" v="222" actId="20577"/>
        <pc:sldMkLst>
          <pc:docMk/>
          <pc:sldMk cId="109857222" sldId="256"/>
        </pc:sldMkLst>
        <pc:spChg chg="mod ord">
          <ac:chgData name="Yogyata Sahu" userId="524cebb9e5fc3333" providerId="Windows Live" clId="Web-{8B093A72-E7A5-4F37-A4F6-3CC9486DC887}" dt="2026-06-02T14:21:03.214" v="222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Yogyata Sahu" userId="524cebb9e5fc3333" providerId="Windows Live" clId="Web-{8B093A72-E7A5-4F37-A4F6-3CC9486DC887}" dt="2026-06-02T14:18:49.635" v="208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Yogyata Sahu" userId="524cebb9e5fc3333" providerId="Windows Live" clId="Web-{8B093A72-E7A5-4F37-A4F6-3CC9486DC887}" dt="2026-06-02T12:57:28.442" v="4"/>
          <ac:spMkLst>
            <pc:docMk/>
            <pc:sldMk cId="109857222" sldId="256"/>
            <ac:spMk id="4" creationId="{3A588D82-9C9F-9DEE-BFFF-4369EFBA2AA5}"/>
          </ac:spMkLst>
        </pc:spChg>
      </pc:sldChg>
      <pc:sldChg chg="modSp new del">
        <pc:chgData name="Yogyata Sahu" userId="524cebb9e5fc3333" providerId="Windows Live" clId="Web-{8B093A72-E7A5-4F37-A4F6-3CC9486DC887}" dt="2026-06-02T13:03:13.307" v="17"/>
        <pc:sldMkLst>
          <pc:docMk/>
          <pc:sldMk cId="103466776" sldId="257"/>
        </pc:sldMkLst>
        <pc:spChg chg="mod">
          <ac:chgData name="Yogyata Sahu" userId="524cebb9e5fc3333" providerId="Windows Live" clId="Web-{8B093A72-E7A5-4F37-A4F6-3CC9486DC887}" dt="2026-06-02T13:02:41.400" v="15" actId="14100"/>
          <ac:spMkLst>
            <pc:docMk/>
            <pc:sldMk cId="103466776" sldId="257"/>
            <ac:spMk id="2" creationId="{EBD98418-45E5-0218-D8EE-76EA6F2E683F}"/>
          </ac:spMkLst>
        </pc:spChg>
      </pc:sldChg>
      <pc:sldChg chg="new del">
        <pc:chgData name="Yogyata Sahu" userId="524cebb9e5fc3333" providerId="Windows Live" clId="Web-{8B093A72-E7A5-4F37-A4F6-3CC9486DC887}" dt="2026-06-02T13:11:56.472" v="45"/>
        <pc:sldMkLst>
          <pc:docMk/>
          <pc:sldMk cId="910860332" sldId="257"/>
        </pc:sldMkLst>
      </pc:sldChg>
      <pc:sldChg chg="modSp new mod modClrScheme chgLayout">
        <pc:chgData name="Yogyata Sahu" userId="524cebb9e5fc3333" providerId="Windows Live" clId="Web-{8B093A72-E7A5-4F37-A4F6-3CC9486DC887}" dt="2026-06-02T14:20:52.605" v="221" actId="20577"/>
        <pc:sldMkLst>
          <pc:docMk/>
          <pc:sldMk cId="2453665629" sldId="258"/>
        </pc:sldMkLst>
        <pc:spChg chg="mod ord">
          <ac:chgData name="Yogyata Sahu" userId="524cebb9e5fc3333" providerId="Windows Live" clId="Web-{8B093A72-E7A5-4F37-A4F6-3CC9486DC887}" dt="2026-06-02T14:20:52.605" v="221" actId="20577"/>
          <ac:spMkLst>
            <pc:docMk/>
            <pc:sldMk cId="2453665629" sldId="258"/>
            <ac:spMk id="2" creationId="{2EE4D8B0-B430-F297-89FE-C65161034D59}"/>
          </ac:spMkLst>
        </pc:spChg>
        <pc:spChg chg="mod ord">
          <ac:chgData name="Yogyata Sahu" userId="524cebb9e5fc3333" providerId="Windows Live" clId="Web-{8B093A72-E7A5-4F37-A4F6-3CC9486DC887}" dt="2026-06-02T14:20:04.714" v="212" actId="20577"/>
          <ac:spMkLst>
            <pc:docMk/>
            <pc:sldMk cId="2453665629" sldId="258"/>
            <ac:spMk id="3" creationId="{DC0839B9-4866-B9C6-2E9B-1636C1A0256C}"/>
          </ac:spMkLst>
        </pc:spChg>
      </pc:sldChg>
      <pc:sldChg chg="addSp delSp modSp new del">
        <pc:chgData name="Yogyata Sahu" userId="524cebb9e5fc3333" providerId="Windows Live" clId="Web-{8B093A72-E7A5-4F37-A4F6-3CC9486DC887}" dt="2026-06-02T13:04:28.089" v="27"/>
        <pc:sldMkLst>
          <pc:docMk/>
          <pc:sldMk cId="3777874656" sldId="258"/>
        </pc:sldMkLst>
        <pc:spChg chg="add del mod">
          <ac:chgData name="Yogyata Sahu" userId="524cebb9e5fc3333" providerId="Windows Live" clId="Web-{8B093A72-E7A5-4F37-A4F6-3CC9486DC887}" dt="2026-06-02T13:04:21.355" v="26"/>
          <ac:spMkLst>
            <pc:docMk/>
            <pc:sldMk cId="3777874656" sldId="258"/>
            <ac:spMk id="2" creationId="{D9EEF9D2-4B75-779B-C68F-2BE1D05AF2AD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0:44.995" v="220" actId="20577"/>
        <pc:sldMkLst>
          <pc:docMk/>
          <pc:sldMk cId="2554315449" sldId="259"/>
        </pc:sldMkLst>
        <pc:spChg chg="mod ord">
          <ac:chgData name="Yogyata Sahu" userId="524cebb9e5fc3333" providerId="Windows Live" clId="Web-{8B093A72-E7A5-4F37-A4F6-3CC9486DC887}" dt="2026-06-02T14:20:44.995" v="220" actId="20577"/>
          <ac:spMkLst>
            <pc:docMk/>
            <pc:sldMk cId="2554315449" sldId="259"/>
            <ac:spMk id="2" creationId="{2808ACC4-14DB-150A-944D-E71395962D96}"/>
          </ac:spMkLst>
        </pc:spChg>
        <pc:spChg chg="mod ord">
          <ac:chgData name="Yogyata Sahu" userId="524cebb9e5fc3333" providerId="Windows Live" clId="Web-{8B093A72-E7A5-4F37-A4F6-3CC9486DC887}" dt="2026-06-02T14:18:49.635" v="208"/>
          <ac:spMkLst>
            <pc:docMk/>
            <pc:sldMk cId="2554315449" sldId="259"/>
            <ac:spMk id="3" creationId="{AB70BE89-3282-A427-6202-99247A0D43F4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0:35.339" v="219" actId="20577"/>
        <pc:sldMkLst>
          <pc:docMk/>
          <pc:sldMk cId="3608574003" sldId="260"/>
        </pc:sldMkLst>
        <pc:spChg chg="mod ord">
          <ac:chgData name="Yogyata Sahu" userId="524cebb9e5fc3333" providerId="Windows Live" clId="Web-{8B093A72-E7A5-4F37-A4F6-3CC9486DC887}" dt="2026-06-02T14:20:35.339" v="219" actId="20577"/>
          <ac:spMkLst>
            <pc:docMk/>
            <pc:sldMk cId="3608574003" sldId="260"/>
            <ac:spMk id="2" creationId="{EEF0C948-C420-A44B-131D-77582A386D09}"/>
          </ac:spMkLst>
        </pc:spChg>
        <pc:spChg chg="mod ord">
          <ac:chgData name="Yogyata Sahu" userId="524cebb9e5fc3333" providerId="Windows Live" clId="Web-{8B093A72-E7A5-4F37-A4F6-3CC9486DC887}" dt="2026-06-02T14:20:30.480" v="218" actId="20577"/>
          <ac:spMkLst>
            <pc:docMk/>
            <pc:sldMk cId="3608574003" sldId="260"/>
            <ac:spMk id="3" creationId="{14DCEB0C-4CB6-1CA5-25C1-2505E562831A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1:46.027" v="229" actId="20577"/>
        <pc:sldMkLst>
          <pc:docMk/>
          <pc:sldMk cId="3719667728" sldId="261"/>
        </pc:sldMkLst>
        <pc:spChg chg="mod ord">
          <ac:chgData name="Yogyata Sahu" userId="524cebb9e5fc3333" providerId="Windows Live" clId="Web-{8B093A72-E7A5-4F37-A4F6-3CC9486DC887}" dt="2026-06-02T14:21:19.699" v="223" actId="20577"/>
          <ac:spMkLst>
            <pc:docMk/>
            <pc:sldMk cId="3719667728" sldId="261"/>
            <ac:spMk id="2" creationId="{536EA89D-2D07-5B87-343E-D089DBB4C6B6}"/>
          </ac:spMkLst>
        </pc:spChg>
        <pc:spChg chg="mod ord">
          <ac:chgData name="Yogyata Sahu" userId="524cebb9e5fc3333" providerId="Windows Live" clId="Web-{8B093A72-E7A5-4F37-A4F6-3CC9486DC887}" dt="2026-06-02T14:21:46.027" v="229" actId="20577"/>
          <ac:spMkLst>
            <pc:docMk/>
            <pc:sldMk cId="3719667728" sldId="261"/>
            <ac:spMk id="3" creationId="{565421E4-EE5E-C55B-62F7-53DA9C28B582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2:07.715" v="232" actId="20577"/>
        <pc:sldMkLst>
          <pc:docMk/>
          <pc:sldMk cId="3069236763" sldId="262"/>
        </pc:sldMkLst>
        <pc:spChg chg="mod ord">
          <ac:chgData name="Yogyata Sahu" userId="524cebb9e5fc3333" providerId="Windows Live" clId="Web-{8B093A72-E7A5-4F37-A4F6-3CC9486DC887}" dt="2026-06-02T14:22:07.715" v="232" actId="20577"/>
          <ac:spMkLst>
            <pc:docMk/>
            <pc:sldMk cId="3069236763" sldId="262"/>
            <ac:spMk id="2" creationId="{8D6057F2-C7C7-5C4A-2E6C-1E35C210BBD1}"/>
          </ac:spMkLst>
        </pc:spChg>
        <pc:spChg chg="mod ord">
          <ac:chgData name="Yogyata Sahu" userId="524cebb9e5fc3333" providerId="Windows Live" clId="Web-{8B093A72-E7A5-4F37-A4F6-3CC9486DC887}" dt="2026-06-02T14:21:59.137" v="231" actId="20577"/>
          <ac:spMkLst>
            <pc:docMk/>
            <pc:sldMk cId="3069236763" sldId="262"/>
            <ac:spMk id="3" creationId="{36FEED19-2DF1-A5BD-9E67-3F85BF3C33EA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2:39.028" v="238" actId="20577"/>
        <pc:sldMkLst>
          <pc:docMk/>
          <pc:sldMk cId="1764007614" sldId="263"/>
        </pc:sldMkLst>
        <pc:spChg chg="mod ord">
          <ac:chgData name="Yogyata Sahu" userId="524cebb9e5fc3333" providerId="Windows Live" clId="Web-{8B093A72-E7A5-4F37-A4F6-3CC9486DC887}" dt="2026-06-02T14:22:18.949" v="234" actId="20577"/>
          <ac:spMkLst>
            <pc:docMk/>
            <pc:sldMk cId="1764007614" sldId="263"/>
            <ac:spMk id="2" creationId="{DAEA6B38-385D-951E-FA60-3E84BBDC78FF}"/>
          </ac:spMkLst>
        </pc:spChg>
        <pc:spChg chg="mod ord">
          <ac:chgData name="Yogyata Sahu" userId="524cebb9e5fc3333" providerId="Windows Live" clId="Web-{8B093A72-E7A5-4F37-A4F6-3CC9486DC887}" dt="2026-06-02T14:22:39.028" v="238" actId="20577"/>
          <ac:spMkLst>
            <pc:docMk/>
            <pc:sldMk cId="1764007614" sldId="263"/>
            <ac:spMk id="3" creationId="{9EB9CA0D-9501-DB55-A984-66662B704B03}"/>
          </ac:spMkLst>
        </pc:spChg>
      </pc:sldChg>
      <pc:sldChg chg="addSp delSp modSp new mod modClrScheme chgLayout">
        <pc:chgData name="Yogyata Sahu" userId="524cebb9e5fc3333" providerId="Windows Live" clId="Web-{8B093A72-E7A5-4F37-A4F6-3CC9486DC887}" dt="2026-06-02T14:22:51.700" v="239" actId="20577"/>
        <pc:sldMkLst>
          <pc:docMk/>
          <pc:sldMk cId="3185315110" sldId="264"/>
        </pc:sldMkLst>
        <pc:spChg chg="mod ord">
          <ac:chgData name="Yogyata Sahu" userId="524cebb9e5fc3333" providerId="Windows Live" clId="Web-{8B093A72-E7A5-4F37-A4F6-3CC9486DC887}" dt="2026-06-02T14:22:51.700" v="239" actId="20577"/>
          <ac:spMkLst>
            <pc:docMk/>
            <pc:sldMk cId="3185315110" sldId="264"/>
            <ac:spMk id="2" creationId="{76A4F590-0724-0B57-F22A-E3FA3BCDAC23}"/>
          </ac:spMkLst>
        </pc:spChg>
        <pc:spChg chg="del mod">
          <ac:chgData name="Yogyata Sahu" userId="524cebb9e5fc3333" providerId="Windows Live" clId="Web-{8B093A72-E7A5-4F37-A4F6-3CC9486DC887}" dt="2026-06-02T14:09:43.145" v="158"/>
          <ac:spMkLst>
            <pc:docMk/>
            <pc:sldMk cId="3185315110" sldId="264"/>
            <ac:spMk id="3" creationId="{A74E5567-0762-5FBD-C03B-69432D57DC0F}"/>
          </ac:spMkLst>
        </pc:spChg>
        <pc:picChg chg="add mod ord">
          <ac:chgData name="Yogyata Sahu" userId="524cebb9e5fc3333" providerId="Windows Live" clId="Web-{8B093A72-E7A5-4F37-A4F6-3CC9486DC887}" dt="2026-06-02T14:18:49.635" v="208"/>
          <ac:picMkLst>
            <pc:docMk/>
            <pc:sldMk cId="3185315110" sldId="264"/>
            <ac:picMk id="4" creationId="{74739EFB-E9AD-5D98-1ADB-8DAFBCBBBB6E}"/>
          </ac:picMkLst>
        </pc:picChg>
      </pc:sldChg>
      <pc:sldChg chg="modSp new mod modClrScheme chgLayout">
        <pc:chgData name="Yogyata Sahu" userId="524cebb9e5fc3333" providerId="Windows Live" clId="Web-{8B093A72-E7A5-4F37-A4F6-3CC9486DC887}" dt="2026-06-02T14:23:13.309" v="243" actId="20577"/>
        <pc:sldMkLst>
          <pc:docMk/>
          <pc:sldMk cId="3940320288" sldId="265"/>
        </pc:sldMkLst>
        <pc:spChg chg="mod ord">
          <ac:chgData name="Yogyata Sahu" userId="524cebb9e5fc3333" providerId="Windows Live" clId="Web-{8B093A72-E7A5-4F37-A4F6-3CC9486DC887}" dt="2026-06-02T14:23:13.309" v="243" actId="20577"/>
          <ac:spMkLst>
            <pc:docMk/>
            <pc:sldMk cId="3940320288" sldId="265"/>
            <ac:spMk id="2" creationId="{1B1CE833-D321-D35E-67FB-9C3770CFEBD7}"/>
          </ac:spMkLst>
        </pc:spChg>
        <pc:spChg chg="mod ord">
          <ac:chgData name="Yogyata Sahu" userId="524cebb9e5fc3333" providerId="Windows Live" clId="Web-{8B093A72-E7A5-4F37-A4F6-3CC9486DC887}" dt="2026-06-02T14:23:02.059" v="242" actId="20577"/>
          <ac:spMkLst>
            <pc:docMk/>
            <pc:sldMk cId="3940320288" sldId="265"/>
            <ac:spMk id="3" creationId="{A04AE2FC-058E-39F3-0EEB-E8132203EF19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3:32.763" v="247" actId="20577"/>
        <pc:sldMkLst>
          <pc:docMk/>
          <pc:sldMk cId="406458846" sldId="266"/>
        </pc:sldMkLst>
        <pc:spChg chg="mod ord">
          <ac:chgData name="Yogyata Sahu" userId="524cebb9e5fc3333" providerId="Windows Live" clId="Web-{8B093A72-E7A5-4F37-A4F6-3CC9486DC887}" dt="2026-06-02T14:23:32.763" v="247" actId="20577"/>
          <ac:spMkLst>
            <pc:docMk/>
            <pc:sldMk cId="406458846" sldId="266"/>
            <ac:spMk id="2" creationId="{6D87B4FF-D5A4-F9E6-D715-BD53EBAE46A1}"/>
          </ac:spMkLst>
        </pc:spChg>
        <pc:spChg chg="mod ord">
          <ac:chgData name="Yogyata Sahu" userId="524cebb9e5fc3333" providerId="Windows Live" clId="Web-{8B093A72-E7A5-4F37-A4F6-3CC9486DC887}" dt="2026-06-02T14:23:27.372" v="246" actId="20577"/>
          <ac:spMkLst>
            <pc:docMk/>
            <pc:sldMk cId="406458846" sldId="266"/>
            <ac:spMk id="3" creationId="{09812844-831F-F5E8-FF65-13EDC8D3979F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4:02.763" v="253" actId="20577"/>
        <pc:sldMkLst>
          <pc:docMk/>
          <pc:sldMk cId="637197810" sldId="267"/>
        </pc:sldMkLst>
        <pc:spChg chg="mod ord">
          <ac:chgData name="Yogyata Sahu" userId="524cebb9e5fc3333" providerId="Windows Live" clId="Web-{8B093A72-E7A5-4F37-A4F6-3CC9486DC887}" dt="2026-06-02T14:24:02.763" v="253" actId="20577"/>
          <ac:spMkLst>
            <pc:docMk/>
            <pc:sldMk cId="637197810" sldId="267"/>
            <ac:spMk id="2" creationId="{8099E737-4BDB-BD9F-804F-C7ACB7C7D27B}"/>
          </ac:spMkLst>
        </pc:spChg>
        <pc:spChg chg="mod ord">
          <ac:chgData name="Yogyata Sahu" userId="524cebb9e5fc3333" providerId="Windows Live" clId="Web-{8B093A72-E7A5-4F37-A4F6-3CC9486DC887}" dt="2026-06-02T14:23:46.794" v="250" actId="20577"/>
          <ac:spMkLst>
            <pc:docMk/>
            <pc:sldMk cId="637197810" sldId="267"/>
            <ac:spMk id="3" creationId="{3752F626-7201-3CDB-C2A6-90220EC8DC4D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4:10.966" v="254" actId="20577"/>
        <pc:sldMkLst>
          <pc:docMk/>
          <pc:sldMk cId="980360646" sldId="268"/>
        </pc:sldMkLst>
        <pc:spChg chg="mod ord">
          <ac:chgData name="Yogyata Sahu" userId="524cebb9e5fc3333" providerId="Windows Live" clId="Web-{8B093A72-E7A5-4F37-A4F6-3CC9486DC887}" dt="2026-06-02T14:24:10.966" v="254" actId="20577"/>
          <ac:spMkLst>
            <pc:docMk/>
            <pc:sldMk cId="980360646" sldId="268"/>
            <ac:spMk id="2" creationId="{2CEA7E1B-6118-61A9-6FC9-22141EE466E6}"/>
          </ac:spMkLst>
        </pc:spChg>
        <pc:spChg chg="mod ord">
          <ac:chgData name="Yogyata Sahu" userId="524cebb9e5fc3333" providerId="Windows Live" clId="Web-{8B093A72-E7A5-4F37-A4F6-3CC9486DC887}" dt="2026-06-02T14:18:49.635" v="208"/>
          <ac:spMkLst>
            <pc:docMk/>
            <pc:sldMk cId="980360646" sldId="268"/>
            <ac:spMk id="3" creationId="{FB849100-47C3-AC14-ADA5-C973EE97EE7E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4:34.451" v="258" actId="20577"/>
        <pc:sldMkLst>
          <pc:docMk/>
          <pc:sldMk cId="1773219819" sldId="269"/>
        </pc:sldMkLst>
        <pc:spChg chg="mod ord">
          <ac:chgData name="Yogyata Sahu" userId="524cebb9e5fc3333" providerId="Windows Live" clId="Web-{8B093A72-E7A5-4F37-A4F6-3CC9486DC887}" dt="2026-06-02T14:24:34.451" v="258" actId="20577"/>
          <ac:spMkLst>
            <pc:docMk/>
            <pc:sldMk cId="1773219819" sldId="269"/>
            <ac:spMk id="2" creationId="{CE82790E-F528-F344-C4C1-1C9F9D09D96E}"/>
          </ac:spMkLst>
        </pc:spChg>
        <pc:spChg chg="mod ord">
          <ac:chgData name="Yogyata Sahu" userId="524cebb9e5fc3333" providerId="Windows Live" clId="Web-{8B093A72-E7A5-4F37-A4F6-3CC9486DC887}" dt="2026-06-02T14:24:26.919" v="257" actId="20577"/>
          <ac:spMkLst>
            <pc:docMk/>
            <pc:sldMk cId="1773219819" sldId="269"/>
            <ac:spMk id="3" creationId="{0EF49418-39C6-FE54-A9F8-1FD3AA2E1701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24:41.123" v="259" actId="20577"/>
        <pc:sldMkLst>
          <pc:docMk/>
          <pc:sldMk cId="3707128063" sldId="270"/>
        </pc:sldMkLst>
        <pc:spChg chg="mod ord">
          <ac:chgData name="Yogyata Sahu" userId="524cebb9e5fc3333" providerId="Windows Live" clId="Web-{8B093A72-E7A5-4F37-A4F6-3CC9486DC887}" dt="2026-06-02T14:24:41.123" v="259" actId="20577"/>
          <ac:spMkLst>
            <pc:docMk/>
            <pc:sldMk cId="3707128063" sldId="270"/>
            <ac:spMk id="2" creationId="{BD908138-A639-A867-B29E-31F2D16FA4A3}"/>
          </ac:spMkLst>
        </pc:spChg>
        <pc:spChg chg="mod ord">
          <ac:chgData name="Yogyata Sahu" userId="524cebb9e5fc3333" providerId="Windows Live" clId="Web-{8B093A72-E7A5-4F37-A4F6-3CC9486DC887}" dt="2026-06-02T14:18:49.635" v="208"/>
          <ac:spMkLst>
            <pc:docMk/>
            <pc:sldMk cId="3707128063" sldId="270"/>
            <ac:spMk id="3" creationId="{B322402C-B689-8D6E-D091-0D5DE9AC4BC2}"/>
          </ac:spMkLst>
        </pc:spChg>
      </pc:sldChg>
      <pc:sldChg chg="modSp new mod modClrScheme chgLayout">
        <pc:chgData name="Yogyata Sahu" userId="524cebb9e5fc3333" providerId="Windows Live" clId="Web-{8B093A72-E7A5-4F37-A4F6-3CC9486DC887}" dt="2026-06-02T14:18:49.635" v="208"/>
        <pc:sldMkLst>
          <pc:docMk/>
          <pc:sldMk cId="3496339565" sldId="271"/>
        </pc:sldMkLst>
        <pc:spChg chg="mod ord">
          <ac:chgData name="Yogyata Sahu" userId="524cebb9e5fc3333" providerId="Windows Live" clId="Web-{8B093A72-E7A5-4F37-A4F6-3CC9486DC887}" dt="2026-06-02T14:18:49.635" v="208"/>
          <ac:spMkLst>
            <pc:docMk/>
            <pc:sldMk cId="3496339565" sldId="271"/>
            <ac:spMk id="2" creationId="{C847A6B8-1CD2-6AC2-2F93-43E6EAE3E511}"/>
          </ac:spMkLst>
        </pc:spChg>
        <pc:spChg chg="mod ord">
          <ac:chgData name="Yogyata Sahu" userId="524cebb9e5fc3333" providerId="Windows Live" clId="Web-{8B093A72-E7A5-4F37-A4F6-3CC9486DC887}" dt="2026-06-02T14:18:49.635" v="208"/>
          <ac:spMkLst>
            <pc:docMk/>
            <pc:sldMk cId="3496339565" sldId="271"/>
            <ac:spMk id="3" creationId="{AAEC6CDE-16E6-B384-F2B5-9B95EFE37283}"/>
          </ac:spMkLst>
        </pc:spChg>
      </pc:sldChg>
      <pc:sldMasterChg chg="del delSldLayout">
        <pc:chgData name="Yogyata Sahu" userId="524cebb9e5fc3333" providerId="Windows Live" clId="Web-{8B093A72-E7A5-4F37-A4F6-3CC9486DC887}" dt="2026-06-02T14:18:24.869" v="205"/>
        <pc:sldMasterMkLst>
          <pc:docMk/>
          <pc:sldMasterMk cId="2460954070" sldId="2147483660"/>
        </pc:sldMasterMkLst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Yogyata Sahu" userId="524cebb9e5fc3333" providerId="Windows Live" clId="Web-{8B093A72-E7A5-4F37-A4F6-3CC9486DC887}" dt="2026-06-02T14:18:24.869" v="20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Yogyata Sahu" userId="524cebb9e5fc3333" providerId="Windows Live" clId="Web-{8B093A72-E7A5-4F37-A4F6-3CC9486DC887}" dt="2026-06-02T14:18:33.322" v="206"/>
        <pc:sldMasterMkLst>
          <pc:docMk/>
          <pc:sldMasterMk cId="1191965471" sldId="2147483672"/>
        </pc:sldMasterMkLst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382806311" sldId="2147483673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3099851263" sldId="2147483674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1576641013" sldId="2147483675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2237301970" sldId="2147483676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3835508440" sldId="2147483677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2794312624" sldId="2147483678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1643595389" sldId="2147483679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2860453454" sldId="2147483680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3419216973" sldId="2147483681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336555228" sldId="2147483682"/>
          </pc:sldLayoutMkLst>
        </pc:sldLayoutChg>
        <pc:sldLayoutChg chg="add del mod replId">
          <pc:chgData name="Yogyata Sahu" userId="524cebb9e5fc3333" providerId="Windows Live" clId="Web-{8B093A72-E7A5-4F37-A4F6-3CC9486DC887}" dt="2026-06-02T14:18:33.322" v="206"/>
          <pc:sldLayoutMkLst>
            <pc:docMk/>
            <pc:sldMasterMk cId="1191965471" sldId="2147483672"/>
            <pc:sldLayoutMk cId="3845657871" sldId="2147483683"/>
          </pc:sldLayoutMkLst>
        </pc:sldLayoutChg>
      </pc:sldMasterChg>
      <pc:sldMasterChg chg="add del addSldLayout delSldLayout modSldLayout">
        <pc:chgData name="Yogyata Sahu" userId="524cebb9e5fc3333" providerId="Windows Live" clId="Web-{8B093A72-E7A5-4F37-A4F6-3CC9486DC887}" dt="2026-06-02T14:18:38.213" v="207"/>
        <pc:sldMasterMkLst>
          <pc:docMk/>
          <pc:sldMasterMk cId="2482252198" sldId="2147483684"/>
        </pc:sldMasterMkLst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1385296021" sldId="2147483685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1520364779" sldId="2147483686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1664311687" sldId="2147483687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3610252428" sldId="2147483688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2123746491" sldId="2147483689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1972047955" sldId="2147483690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455268235" sldId="2147483691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1258891066" sldId="2147483692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1771381455" sldId="2147483693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862417479" sldId="2147483694"/>
          </pc:sldLayoutMkLst>
        </pc:sldLayoutChg>
        <pc:sldLayoutChg chg="add del mod replId">
          <pc:chgData name="Yogyata Sahu" userId="524cebb9e5fc3333" providerId="Windows Live" clId="Web-{8B093A72-E7A5-4F37-A4F6-3CC9486DC887}" dt="2026-06-02T14:18:38.213" v="207"/>
          <pc:sldLayoutMkLst>
            <pc:docMk/>
            <pc:sldMasterMk cId="2482252198" sldId="2147483684"/>
            <pc:sldLayoutMk cId="125764931" sldId="2147483695"/>
          </pc:sldLayoutMkLst>
        </pc:sldLayoutChg>
      </pc:sldMasterChg>
      <pc:sldMasterChg chg="add del addSldLayout delSldLayout modSldLayout">
        <pc:chgData name="Yogyata Sahu" userId="524cebb9e5fc3333" providerId="Windows Live" clId="Web-{8B093A72-E7A5-4F37-A4F6-3CC9486DC887}" dt="2026-06-02T14:18:49.635" v="208"/>
        <pc:sldMasterMkLst>
          <pc:docMk/>
          <pc:sldMasterMk cId="2840527911" sldId="2147483696"/>
        </pc:sldMasterMkLst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64386476" sldId="2147483697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2159174248" sldId="2147483698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3309092092" sldId="2147483699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2089732315" sldId="2147483700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490603082" sldId="2147483701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3054644529" sldId="2147483702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3209105829" sldId="2147483703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3446956519" sldId="2147483704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2251904065" sldId="2147483705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4112791520" sldId="2147483706"/>
          </pc:sldLayoutMkLst>
        </pc:sldLayoutChg>
        <pc:sldLayoutChg chg="add del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2840527911" sldId="2147483696"/>
            <pc:sldLayoutMk cId="1248551176" sldId="2147483707"/>
          </pc:sldLayoutMkLst>
        </pc:sldLayoutChg>
      </pc:sldMasterChg>
      <pc:sldMasterChg chg="add addSldLayout modSldLayout">
        <pc:chgData name="Yogyata Sahu" userId="524cebb9e5fc3333" providerId="Windows Live" clId="Web-{8B093A72-E7A5-4F37-A4F6-3CC9486DC887}" dt="2026-06-02T14:18:49.635" v="208"/>
        <pc:sldMasterMkLst>
          <pc:docMk/>
          <pc:sldMasterMk cId="3046258980" sldId="2147483708"/>
        </pc:sldMasterMkLst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442283533" sldId="2147483709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575170554" sldId="2147483710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1989209929" sldId="2147483711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1323928566" sldId="2147483712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3681427167" sldId="2147483713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2601596493" sldId="2147483714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941084662" sldId="2147483715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2504048284" sldId="2147483716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4231322711" sldId="2147483717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82403788" sldId="2147483718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3707137077" sldId="2147483719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891554231" sldId="2147483720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3986464622" sldId="2147483721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1337100023" sldId="2147483722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1568403927" sldId="2147483723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3588325759" sldId="2147483724"/>
          </pc:sldLayoutMkLst>
        </pc:sldLayoutChg>
        <pc:sldLayoutChg chg="add mod replId">
          <pc:chgData name="Yogyata Sahu" userId="524cebb9e5fc3333" providerId="Windows Live" clId="Web-{8B093A72-E7A5-4F37-A4F6-3CC9486DC887}" dt="2026-06-02T14:18:49.635" v="208"/>
          <pc:sldLayoutMkLst>
            <pc:docMk/>
            <pc:sldMasterMk cId="3046258980" sldId="2147483708"/>
            <pc:sldLayoutMk cId="542954654" sldId="214748372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70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20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928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427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59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08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04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322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03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370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1554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6464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00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403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325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95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2589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68733"/>
          </a:xfrm>
        </p:spPr>
        <p:txBody>
          <a:bodyPr>
            <a:normAutofit/>
          </a:bodyPr>
          <a:lstStyle/>
          <a:p>
            <a:r>
              <a:rPr lang="en-US" sz="3600" b="1">
                <a:ea typeface="+mj-lt"/>
                <a:cs typeface="+mj-lt"/>
              </a:rPr>
              <a:t>Customer Shopping Analysis (2021–2023)</a:t>
            </a:r>
            <a:endParaRPr lang="en-US" sz="36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1">
                <a:ea typeface="+mn-lt"/>
                <a:cs typeface="+mn-lt"/>
              </a:rPr>
              <a:t>Name:</a:t>
            </a:r>
            <a:r>
              <a:rPr lang="en-US">
                <a:ea typeface="+mn-lt"/>
                <a:cs typeface="+mn-lt"/>
              </a:rPr>
              <a:t> Yogyata Sahu</a:t>
            </a:r>
            <a:endParaRPr lang="en-US"/>
          </a:p>
          <a:p>
            <a:pPr algn="r"/>
            <a:r>
              <a:rPr lang="en-US" b="1">
                <a:ea typeface="+mn-lt"/>
                <a:cs typeface="+mn-lt"/>
              </a:rPr>
              <a:t>Batch:</a:t>
            </a:r>
            <a:r>
              <a:rPr lang="en-US">
                <a:ea typeface="+mn-lt"/>
                <a:cs typeface="+mn-lt"/>
              </a:rPr>
              <a:t> 19th January (DCA)</a:t>
            </a:r>
            <a:endParaRPr lang="en-US"/>
          </a:p>
          <a:p>
            <a:pPr algn="r"/>
            <a:r>
              <a:rPr lang="en-US" b="1" dirty="0">
                <a:ea typeface="+mn-lt"/>
                <a:cs typeface="+mn-lt"/>
              </a:rPr>
              <a:t>Institute: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DataMites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D8B0-B430-F297-89FE-C65161034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8620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839B9-4866-B9C6-2E9B-1636C1A02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9286"/>
            <a:ext cx="10515600" cy="489767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Objective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Analyze customer shopping behavior based on: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Gender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Age Group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Product Category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Payment Method</a:t>
            </a:r>
            <a:endParaRPr lang="en-US"/>
          </a:p>
          <a:p>
            <a:pPr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Goal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Identify customer trends, purchasing patterns, and business opportunities.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6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8ACC4-14DB-150A-944D-E7139596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Objectives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BE89-3282-A427-6202-99247A0D4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>
                <a:ea typeface="+mn-lt"/>
                <a:cs typeface="+mn-lt"/>
              </a:rPr>
              <a:t>Analyze shopping distribution by gender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Analyze shopping distribution by age category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Study revenue generation patterns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Understand payment method usage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Identify customer purchasing behavior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Generate business recommendations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315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C948-C420-A44B-131D-77582A38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2"/>
            <a:ext cx="10515600" cy="169937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Dataset Description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CEB0C-4CB6-1CA5-25C1-2505E5628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9286"/>
            <a:ext cx="10515600" cy="531462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Dataset Overview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Shopping data collected from 10 shopping malls between 2021–2023.</a:t>
            </a: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Dataset Attributes</a:t>
            </a:r>
          </a:p>
          <a:p>
            <a:r>
              <a:rPr lang="en-US">
                <a:ea typeface="+mn-lt"/>
                <a:cs typeface="+mn-lt"/>
              </a:rPr>
              <a:t>Invoice Number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Customer ID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Gender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Age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Category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Quantity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Payment Method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Invoice Date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Shopping Mall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74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A89D-2D07-5B87-343E-D089DBB4C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205"/>
          </a:xfrm>
        </p:spPr>
        <p:txBody>
          <a:bodyPr>
            <a:normAutofit fontScale="90000"/>
          </a:bodyPr>
          <a:lstStyle/>
          <a:p>
            <a:r>
              <a:rPr lang="en-US" b="1"/>
              <a:t>Tools Used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421E4-EE5E-C55B-62F7-53DA9C28B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871"/>
            <a:ext cx="10515600" cy="51420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SQL</a:t>
            </a:r>
          </a:p>
          <a:p>
            <a:r>
              <a:rPr lang="en-US">
                <a:ea typeface="+mn-lt"/>
                <a:cs typeface="+mn-lt"/>
              </a:rPr>
              <a:t>Data Cleaning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Transformation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Revenue Analysis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Customer Segmentation</a:t>
            </a: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Power BI</a:t>
            </a:r>
          </a:p>
          <a:p>
            <a:r>
              <a:rPr lang="en-US">
                <a:ea typeface="+mn-lt"/>
                <a:cs typeface="+mn-lt"/>
              </a:rPr>
              <a:t>Dashboard Development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Data Visualization</a:t>
            </a: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WPS Office</a:t>
            </a:r>
          </a:p>
          <a:p>
            <a:r>
              <a:rPr lang="en-US">
                <a:ea typeface="+mn-lt"/>
                <a:cs typeface="+mn-lt"/>
              </a:rPr>
              <a:t>Documentation and Report Preparation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67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057F2-C7C7-5C4A-2E6C-1E35C210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9828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SQL Analysis Performed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EED19-2DF1-A5BD-9E67-3F85BF3C3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927"/>
            <a:ext cx="10515600" cy="479703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Analysis Conducted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Gender-wise Revenue Analysis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Age Group Segmentation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Product Category Analysis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Payment Method Analysis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Revenue Analysis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Shopping Mall Analysis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Cross-analysis of Customer Demographics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36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A6B38-385D-951E-FA60-3E84BBDC7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450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Data Cleaning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CA0D-9501-DB55-A984-66662B704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6795"/>
            <a:ext cx="10515600" cy="484016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Data Cleaning Process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Removed null values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Corrected data types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Removed duplicate records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Standardized column names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Created Revenue Column</a:t>
            </a:r>
          </a:p>
          <a:p>
            <a:pPr marL="0"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Revenue</a:t>
            </a: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 Formula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Revenue = Quantity × Price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07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F590-0724-0B57-F22A-E3FA3BCDA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6092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Dashboard Analysis</a:t>
            </a:r>
            <a:endParaRPr lang="en-US" b="1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739EFB-E9AD-5D98-1ADB-8DAFBCBBBB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8721" y="1117196"/>
            <a:ext cx="7443236" cy="489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31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A6B8-1CD2-6AC2-2F93-43E6EAE3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latin typeface="Aptos"/>
              </a:rPr>
              <a:t>The dashboard provides insights into: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C6CDE-16E6-B384-F2B5-9B95EFE37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Revenue Distribution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Gender Analysis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Age Group Analysis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Product Category Analysis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Payment Method Analysis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339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CE833-D321-D35E-67FB-9C3770CF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8582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Gender Analysis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AE2FC-058E-39F3-0EEB-E8132203E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6154"/>
            <a:ext cx="10515600" cy="49408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Insights</a:t>
            </a:r>
          </a:p>
          <a:p>
            <a:pPr>
              <a:buFont typeface=""/>
              <a:buChar char="•"/>
            </a:pPr>
            <a:r>
              <a:rPr lang="en-US"/>
              <a:t>Female customers contributed a larger share of purchases.</a:t>
            </a:r>
          </a:p>
          <a:p>
            <a:pPr>
              <a:buFont typeface=""/>
              <a:buChar char="•"/>
            </a:pPr>
            <a:r>
              <a:rPr lang="en-US"/>
              <a:t>Female customers generated higher revenue.</a:t>
            </a:r>
          </a:p>
          <a:p>
            <a:pPr>
              <a:buFont typeface=""/>
              <a:buChar char="•"/>
            </a:pPr>
            <a:r>
              <a:rPr lang="en-US"/>
              <a:t>Female customers contributed approximately 58% of total revenue.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20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B4FF-D5A4-F9E6-D715-BD53EBAE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Age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12844-831F-F5E8-FF65-13EDC8D3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Insights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Customers aged 26–35 years were the most active shoppers.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This age group generated the highest revenue.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Young adults formed the largest customer segment.</a:t>
            </a:r>
          </a:p>
          <a:p>
            <a:pPr>
              <a:buFont typeface="Arial"/>
              <a:buChar char="•"/>
            </a:pPr>
            <a:endParaRPr lang="en-US" dirty="0"/>
          </a:p>
          <a:p>
            <a:pPr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58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9E737-4BDB-BD9F-804F-C7ACB7C7D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1"/>
                </a:solidFill>
                <a:ea typeface="+mj-lt"/>
                <a:cs typeface="+mj-lt"/>
              </a:rPr>
              <a:t>Category &amp; Payment Analysis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2F626-7201-3CDB-C2A6-90220EC8D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Category Insights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Clothing was the highest-selling category.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Shoes were among the top-performing categories.</a:t>
            </a:r>
            <a:endParaRPr lang="en-US"/>
          </a:p>
          <a:p>
            <a:pPr indent="0">
              <a:buNone/>
            </a:pPr>
            <a:r>
              <a:rPr lang="en-US">
                <a:solidFill>
                  <a:schemeClr val="accent6">
                    <a:lumMod val="40000"/>
                    <a:lumOff val="60000"/>
                  </a:schemeClr>
                </a:solidFill>
              </a:rPr>
              <a:t>Payment Method Insights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Credit Card was the most preferred payment method.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Digital payment methods showed strong adoption.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197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7E1B-6118-61A9-6FC9-22141EE4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Key Findings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49100-47C3-AC14-ADA5-C973EE97E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Female customers purchased more products.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Female customers contributed 58% of total revenue.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Customers aged 26–35 years were the most active shoppers.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Clothing was the highest-selling category.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Credit Card was the most preferred payment method.</a:t>
            </a: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36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790E-F528-F344-C4C1-1C9F9D09D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Recommendations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49418-39C6-FE54-A9F8-1FD3AA2E1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solidFill>
                  <a:schemeClr val="accent6">
                    <a:lumMod val="40000"/>
                    <a:lumOff val="60000"/>
                  </a:schemeClr>
                </a:solidFill>
              </a:rPr>
              <a:t>Business Recommendations</a:t>
            </a: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Target Female Customers with personalized campaigns.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Introduce Loyalty Programs for repeat purchases.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Promote Clothing and Shoes categories.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Encourage Digital Payments through offers and rewards.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Implement Cross-Selling Strategies.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Use Customer Segmentation for focused marketing.</a:t>
            </a:r>
            <a:endParaRPr lang="en-US"/>
          </a:p>
          <a:p>
            <a:pPr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219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8138-A639-A867-B29E-31F2D16FA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Conclusion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2402C-B689-8D6E-D091-0D5DE9AC4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Female customers and customers aged 26–35 years emerged as the most valuable customer segments.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Clothing and Shoes were the top-performing categories, while Credit Card remained the preferred payment method.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These insights can help businesses improve customer engagement, marketing effectiveness, and revenue growth.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71280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</vt:lpstr>
      <vt:lpstr>Customer Shopping Analysis (2021–2023)</vt:lpstr>
      <vt:lpstr>Project Objective</vt:lpstr>
      <vt:lpstr>Objectives</vt:lpstr>
      <vt:lpstr>Dataset Description</vt:lpstr>
      <vt:lpstr>Tools Used </vt:lpstr>
      <vt:lpstr>SQL Analysis Performed</vt:lpstr>
      <vt:lpstr>Data Cleaning</vt:lpstr>
      <vt:lpstr>Dashboard Analysis</vt:lpstr>
      <vt:lpstr>The dashboard provides insights into:</vt:lpstr>
      <vt:lpstr>Gender Analysis</vt:lpstr>
      <vt:lpstr>Age Analysis</vt:lpstr>
      <vt:lpstr>Category &amp; Payment Analysis</vt:lpstr>
      <vt:lpstr>Key Findings </vt:lpstr>
      <vt:lpstr>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184</cp:revision>
  <dcterms:created xsi:type="dcterms:W3CDTF">2026-06-02T12:55:19Z</dcterms:created>
  <dcterms:modified xsi:type="dcterms:W3CDTF">2026-06-02T14:24:43Z</dcterms:modified>
</cp:coreProperties>
</file>